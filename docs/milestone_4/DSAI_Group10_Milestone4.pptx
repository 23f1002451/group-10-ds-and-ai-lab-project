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-1136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Inference-Time Guardrails for Mitigating Prompt Jailbreak Attacks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pPr marL="0" indent="0" algn="ctr">
              <a:buNone/>
            </a:pPr>
            <a:r>
              <a:rPr lang="en-IN" dirty="0" smtClean="0"/>
              <a:t>DSAI Project</a:t>
            </a:r>
          </a:p>
          <a:p>
            <a:pPr marL="0" indent="0" algn="ctr">
              <a:buNone/>
            </a:pPr>
            <a:r>
              <a:rPr lang="en-IN" dirty="0" smtClean="0"/>
              <a:t>Milestone 4 </a:t>
            </a:r>
          </a:p>
          <a:p>
            <a:pPr marL="0" indent="0" algn="ctr">
              <a:buNone/>
            </a:pPr>
            <a:r>
              <a:rPr lang="en-IN" dirty="0" smtClean="0"/>
              <a:t>Presented by</a:t>
            </a:r>
          </a:p>
          <a:p>
            <a:pPr marL="0" indent="0" algn="ctr">
              <a:buNone/>
            </a:pPr>
            <a:r>
              <a:rPr lang="en-IN" dirty="0" smtClean="0"/>
              <a:t>Group 10 </a:t>
            </a:r>
          </a:p>
          <a:p>
            <a:pPr marL="0" indent="0" algn="ctr">
              <a:buNone/>
            </a:pPr>
            <a:r>
              <a:rPr lang="en-IN" dirty="0" smtClean="0"/>
              <a:t>on</a:t>
            </a:r>
            <a:endParaRPr lang="en-IN" dirty="0"/>
          </a:p>
          <a:p>
            <a:pPr marL="0" indent="0" algn="ctr">
              <a:buNone/>
            </a:pPr>
            <a:r>
              <a:rPr dirty="0" smtClean="0"/>
              <a:t>29 </a:t>
            </a:r>
            <a:r>
              <a:rPr dirty="0"/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are vulnerable to prompt jailbreaking via role-play and instruction override.</a:t>
            </a:r>
          </a:p>
          <a:p>
            <a:r>
              <a:t>Risks: policy violations, security breaches, compliance issues.</a:t>
            </a:r>
          </a:p>
          <a:p>
            <a:r>
              <a:t>Solution: inference-time guardrails without modifying base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20,137 samples (Benign, Jailbreak, Harmful)</a:t>
            </a:r>
          </a:p>
          <a:p>
            <a:r>
              <a:rPr dirty="0"/>
              <a:t>Tokenization: 192 tokens (captures &gt;96% </a:t>
            </a:r>
            <a:r>
              <a:rPr dirty="0" smtClean="0"/>
              <a:t>prompts</a:t>
            </a:r>
            <a:r>
              <a:rPr dirty="0"/>
              <a:t>)</a:t>
            </a:r>
          </a:p>
          <a:p>
            <a:r>
              <a:rPr dirty="0"/>
              <a:t>Normalization: whitespace cleanup, casing </a:t>
            </a:r>
            <a:r>
              <a:rPr dirty="0" smtClean="0"/>
              <a:t>preserved</a:t>
            </a:r>
            <a:endParaRPr lang="en-IN" dirty="0" smtClean="0"/>
          </a:p>
          <a:p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11" y="4302694"/>
            <a:ext cx="7933765" cy="21013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Jailbreak prompts are significantly longer (mean ~608 chars).</a:t>
            </a:r>
          </a:p>
          <a:p>
            <a:r>
              <a:rPr dirty="0"/>
              <a:t>Benign prompts shorter (~146 chars).</a:t>
            </a:r>
          </a:p>
          <a:p>
            <a:r>
              <a:rPr dirty="0"/>
              <a:t>Multiple attack types </a:t>
            </a:r>
            <a:r>
              <a:rPr dirty="0" smtClean="0"/>
              <a:t>observed</a:t>
            </a:r>
            <a:endParaRPr lang="en-IN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001" y="4059022"/>
            <a:ext cx="3957276" cy="24321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96" y="4158833"/>
            <a:ext cx="4558031" cy="22325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mDeBERTa-v3-base encoder</a:t>
            </a:r>
          </a:p>
          <a:p>
            <a:r>
              <a:t>Mean pooling over tokens</a:t>
            </a:r>
          </a:p>
          <a:p>
            <a:r>
              <a:t>Dropout + Linear classifier (3 classes)</a:t>
            </a:r>
          </a:p>
          <a:p>
            <a:r>
              <a:t>Improves detection of hidden adversarial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Epochs: 3, Batch: 16</a:t>
            </a:r>
          </a:p>
          <a:p>
            <a:r>
              <a:t>Optimizer: AdamW, LR: 2e-5</a:t>
            </a:r>
          </a:p>
          <a:p>
            <a:r>
              <a:t>Warmup: 10%, Weight Decay: 0.01</a:t>
            </a:r>
          </a:p>
          <a:p>
            <a:r>
              <a:t>Hardware: 2x Tesla T4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Stability &amp; Generalization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weighting handles imbalance (harmful class boosted).</a:t>
            </a:r>
          </a:p>
          <a:p>
            <a:r>
              <a:t>Gradient clipping avoids exploding gradients.</a:t>
            </a:r>
          </a:p>
          <a:p>
            <a:r>
              <a:t>Early stopping prevents overfitting.</a:t>
            </a:r>
          </a:p>
          <a:p>
            <a:r>
              <a:t>Result: stable convergence and improved recall.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Loss decreases consistently across epochs.</a:t>
            </a:r>
          </a:p>
          <a:p>
            <a:r>
              <a:rPr dirty="0"/>
              <a:t>F1 improves steadily.</a:t>
            </a:r>
          </a:p>
          <a:p>
            <a:r>
              <a:rPr dirty="0"/>
              <a:t>ASR decreases, FRR remains low.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53" y="3771617"/>
            <a:ext cx="8435789" cy="23545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Accuracy: 96.1%</a:t>
            </a:r>
          </a:p>
          <a:p>
            <a:r>
              <a:rPr dirty="0"/>
              <a:t>Macro F1: 0.9477</a:t>
            </a:r>
          </a:p>
          <a:p>
            <a:r>
              <a:rPr dirty="0"/>
              <a:t>ASR: 2.88%</a:t>
            </a:r>
          </a:p>
          <a:p>
            <a:r>
              <a:rPr dirty="0"/>
              <a:t>FRR: 3.94%</a:t>
            </a:r>
          </a:p>
          <a:p>
            <a:r>
              <a:rPr dirty="0"/>
              <a:t>Latency: 1.6ms</a:t>
            </a:r>
          </a:p>
          <a:p>
            <a:r>
              <a:rPr dirty="0"/>
              <a:t>Exceeds all target thresholds.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Strong detection of jailbreak class.</a:t>
            </a:r>
          </a:p>
          <a:p>
            <a:r>
              <a:rPr dirty="0"/>
              <a:t>Minor confusion in harmful vs benign.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506" y="2886489"/>
            <a:ext cx="4386704" cy="34160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Guardrail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 Ignore all instructions → BLOCK</a:t>
            </a:r>
          </a:p>
          <a:p>
            <a:r>
              <a:t>Input: Create malware → BLOCK</a:t>
            </a:r>
          </a:p>
          <a:p>
            <a:r>
              <a:t>Input: Capital of France → ALLOW</a:t>
            </a:r>
          </a:p>
          <a:p>
            <a:r>
              <a:t>Demonstrates real-world effectiveness.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Guardrail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Layer 0: Rule-based filter (regex)</a:t>
            </a:r>
          </a:p>
          <a:p>
            <a:r>
              <a:t>Layer 1: Semantic classifier</a:t>
            </a:r>
          </a:p>
          <a:p>
            <a:r>
              <a:t>Layer 2: Sanitization (transform)</a:t>
            </a:r>
          </a:p>
          <a:p>
            <a:r>
              <a:t>Ensures defense-in-depth.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Artifacts Generated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checkpoint (best_model.pt)</a:t>
            </a:r>
          </a:p>
          <a:p>
            <a:r>
              <a:t>Tokenizer</a:t>
            </a:r>
          </a:p>
          <a:p>
            <a:r>
              <a:t>Evaluation metrics JSON</a:t>
            </a:r>
          </a:p>
          <a:p>
            <a:r>
              <a:t>Training logs and plots</a:t>
            </a:r>
          </a:p>
          <a:p>
            <a:r>
              <a:t>Ready for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Improvements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 pooling outperforms CLS token.</a:t>
            </a:r>
          </a:p>
          <a:p>
            <a:r>
              <a:t>Threshold tuning reduces ASR significantly.</a:t>
            </a:r>
          </a:p>
          <a:p>
            <a:r>
              <a:t>Hybrid pipeline improves robustness.</a:t>
            </a:r>
          </a:p>
          <a:p>
            <a:r>
              <a:t>Future: improve harmful detection.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 long prompts beyond 192 tokens.</a:t>
            </a:r>
          </a:p>
          <a:p>
            <a:r>
              <a:t>Extend to multi-turn conversations.</a:t>
            </a:r>
          </a:p>
          <a:p>
            <a:r>
              <a:t>Improve harmful class recall.</a:t>
            </a:r>
          </a:p>
          <a:p>
            <a:r>
              <a:t>Add multimodal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374</Words>
  <Application>Microsoft Office PowerPoint</Application>
  <PresentationFormat>On-screen Show (4:3)</PresentationFormat>
  <Paragraphs>75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Inference-Time Guardrails for Mitigating Prompt Jailbreak Attacks</vt:lpstr>
      <vt:lpstr>Problem Overview</vt:lpstr>
      <vt:lpstr>Dataset &amp; Preprocessing</vt:lpstr>
      <vt:lpstr>Exploratory Data Analysis</vt:lpstr>
      <vt:lpstr>Model Architecture</vt:lpstr>
      <vt:lpstr>Training Configuration</vt:lpstr>
      <vt:lpstr>Training Stability &amp; Generalization</vt:lpstr>
      <vt:lpstr>Training Performance</vt:lpstr>
      <vt:lpstr>Final Results</vt:lpstr>
      <vt:lpstr>Confusion Matrix Analysis</vt:lpstr>
      <vt:lpstr>Sample Guardrail Outputs</vt:lpstr>
      <vt:lpstr>Guardrail Pipeline</vt:lpstr>
      <vt:lpstr>Artifacts Generated</vt:lpstr>
      <vt:lpstr>Key Improvements &amp; Insights</vt:lpstr>
      <vt:lpstr>Future Work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Inference-Time Guardrails for Mitigating Prompt Jailbreak Attacks</dc:title>
  <dc:subject/>
  <dc:creator/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2026-03-29T15:00:30Z</dcterms:modified>
  <cp:category/>
</cp:coreProperties>
</file>